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Guidance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8: Decent Work and Economic Growth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SkillsBuild AI/ML Internship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Mehakpreet Singh Sandhu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SDG 8 Alignment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– ResumeMatch 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(Technical Approach)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Canvas Snapshot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Highlights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Metrics &amp; Roadmap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skilled individuals in Tier-2/3 cities face employment challenges.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5544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Rejection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Resumes miss keywords &amp; skills required by the job description → ATS filters them 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69080" y="15544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Counselling Access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651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seekers in smaller cities have little affordable access to quality career guidance.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15544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Confusion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651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do not know which skills to learn next to become job-ready.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ResumeMatch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“Grammarly for resumes, with a career coach built in.”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Match 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325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TF-IDF + skill-overlap score (0–100%) in seconds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Missing Skills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JD skills absent from the resume (Indian market bank)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3 Tips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2880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Concrete, prioritised improvement suggestions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Career Path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3657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Best-fit path + personal 4-step learning plan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10972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20240" y="1280160"/>
            <a:ext cx="411480" cy="274320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Plain-text resume + job 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0" y="1280160"/>
            <a:ext cx="411480" cy="274320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Skills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cosine similarity + 45% skill Jaccard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4960" y="10972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411480" cy="274320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skills, tips, career path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10972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+ HTML report + JSON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CCFBF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Principles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offline – no API keys, zero cost, full privacy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 scoring – users understand why the score is high or 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Indian job-market skill bank – tuned for local employer language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Easy for colleges &amp; placement cells to adopt and deploy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Canvas Snapshot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04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Keyword-missing resumes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counselling in Tier-2/3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Unclear skill roadmap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73152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804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097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 score (TF-IDF+skills)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Missing skills + 3 tips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Career path &amp; learning plan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7315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CCFB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804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tool that tells you in seconds how well your resume fits a job &amp; what to fix/learn next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13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Final-year students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Fresh graduates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Tier-2/3 job seekers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2402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2313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606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Placement cells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 / WhatsApp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3134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 core for students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College licences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Advantage: Indian job-market skill list  ·  Fully offline  ·  Zero cost for students  ·  Easy college adoption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Match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(Final-year CSE vs SE Intern JD)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822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Skills (sample)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1097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java, sql, flask, react, git, html, css, javascript, machine learning 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aws, azure, django, fastapi, agile, scrum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Path → Software Engineer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Learning Plan (auto-generated)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Master one backend language (Python/Java) + SQL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Build 2–3 full-stack projects and push to GitHub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Learn Docker + basic AWS (EC2, S3)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Practice system-design fundamentals and DSA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Key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Resumes Analysed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usage 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143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Score Gain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user edits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43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Users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signal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9144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143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Calls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by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CCFBF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8 Contribution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giving every student an immediate, actionable diagnosis of their resume and a clear learning roadmap, ResumeMatch AI helps reduce inequality of opportunity and supports higher youth employment — especially for talent outside major metro cities.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0058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engine  ·  HTML report  ·  Skill bank  ·  5 career paths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0" y="205740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0574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 parsing  ·  Simple web UI (Streamlit/Flask)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0" y="310896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1089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embeddings  ·  Hindi support  ·  College 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Feedback Welcome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ResumeMatch AI  ·  SDG 8  ·  IBM SkillsBuild AI/ML Internship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Mehakpreet Singh Sandhu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demo:  python app/resume_matcher.py --demo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ResumeMatch AI – Career Guidance Agent</dc:title>
  <dc:subject>SDG 8 | IBM SkillsBuild AI/ML Internship</dc:subject>
  <dc:creator>Mehakpreet Singh Sandhu</dc:creator>
  <cp:lastModifiedBy>Mehakpreet Singh Sandhu</cp:lastModifiedBy>
  <cp:revision>1</cp:revision>
  <dcterms:created xsi:type="dcterms:W3CDTF">2026-10-14T13:08:21Z</dcterms:created>
  <dcterms:modified xsi:type="dcterms:W3CDTF">2026-10-14T13:08:21Z</dcterms:modified>
</cp:coreProperties>
</file>